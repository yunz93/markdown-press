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A64"/>
                </a:solidFill>
                <a:latin typeface="Source Han Serif SC"/>
              </a:rPr>
              <a:t>M記 · 功能介绍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68680"/>
            <a:ext cx="102412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41413"/>
                </a:solidFill>
                <a:latin typeface="Source Han Serif SC"/>
              </a:rPr>
              <a:t>M記把本地 Markdown 写作、知识库导航和发布流程收在一个桌面编辑器里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0120" y="2057400"/>
            <a:ext cx="10195560" cy="0"/>
          </a:xfrm>
          <a:prstGeom prst="line">
            <a:avLst/>
          </a:prstGeom>
          <a:ln w="10160">
            <a:solidFill>
              <a:srgbClr val="E8E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80760" y="2331720"/>
            <a:ext cx="0" cy="0"/>
          </a:xfrm>
          <a:prstGeom prst="line">
            <a:avLst/>
          </a:prstGeom>
          <a:ln w="10160">
            <a:solidFill>
              <a:srgbClr val="E8E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0120" y="2423160"/>
            <a:ext cx="320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B365D"/>
                </a:solidFill>
                <a:latin typeface="Source Han Serif SC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41413"/>
                </a:solidFill>
                <a:latin typeface="Source Han Serif SC"/>
              </a:rPr>
              <a:t>写作视图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90088"/>
            <a:ext cx="44348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D3D3A"/>
                </a:solidFill>
                <a:latin typeface="Source Han Serif SC"/>
              </a:rPr>
              <a:t>编辑、分屏、预览三态切换；Outline、联动滚动和状态栏服务长文写作。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423160"/>
            <a:ext cx="320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B365D"/>
                </a:solidFill>
                <a:latin typeface="Source Han Serif SC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4688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41413"/>
                </a:solidFill>
                <a:latin typeface="Source Han Serif SC"/>
              </a:rPr>
              <a:t>知识库链接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990088"/>
            <a:ext cx="44348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D3D3A"/>
                </a:solidFill>
                <a:latin typeface="Source Han Serif SC"/>
              </a:rPr>
              <a:t>支持 frontmatter、Obsidian wiki link、块引用、附件嵌入和图片粘贴落盘。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320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B365D"/>
                </a:solidFill>
                <a:latin typeface="Source Han Serif SC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1148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41413"/>
                </a:solidFill>
                <a:latin typeface="Source Han Serif SC"/>
              </a:rPr>
              <a:t>文件工作台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636008"/>
            <a:ext cx="44348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D3D3A"/>
                </a:solidFill>
                <a:latin typeface="Source Han Serif SC"/>
              </a:rPr>
              <a:t>本地文件夹作为知识库；多标签、全文搜索、拖拽移动、Trash 与附件清理覆盖日常维护。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069080"/>
            <a:ext cx="320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B365D"/>
                </a:solidFill>
                <a:latin typeface="Source Han Serif SC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1148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41413"/>
                </a:solidFill>
                <a:latin typeface="Source Han Serif SC"/>
              </a:rPr>
              <a:t>AI 与发布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636008"/>
            <a:ext cx="44348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D3D3A"/>
                </a:solidFill>
                <a:latin typeface="Source Han Serif SC"/>
              </a:rPr>
              <a:t>双 Provider AI 增强内容；PDF、simple-blog 与微信公众号草稿打通交付出口。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870448"/>
            <a:ext cx="8869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365D"/>
                </a:solidFill>
                <a:latin typeface="Source Han Serif SC"/>
              </a:rPr>
              <a:t>定位：比 Typora 更贴近知识库，比 Obsidian 更轻量的本地 Markdown 桌面工具。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62362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A64"/>
                </a:solidFill>
                <a:latin typeface="Source Han Serif SC"/>
              </a:rP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